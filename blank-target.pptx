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3" d="100"/>
          <a:sy n="93" d="100"/>
        </p:scale>
        <p:origin x="21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43760-7B5D-8DB7-521F-A3B0C6B56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C8F0EC-51A4-6FE0-4454-6068FFE37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8C731-7641-5820-1044-707EA5D3C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A03D5-5C75-8CA4-6AE0-4C2FF3713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00373-E5C1-7BBA-2703-02A1A35F0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15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A47-A83B-4E85-92AF-1ED1B4047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0FDB4-9829-1B6B-29D1-0D17E5F2E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3C035A-0AF6-85B2-33E2-B50774B9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8F890-26B8-3904-F2EF-3FCB682D4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3A027-460A-2646-D43D-642C630D9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80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3984C-8A4C-9DA5-9603-976D13EFB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BB617-CE5B-AF08-592B-2F34A33E2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505D0-AE48-C36D-0395-997AEE5F7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75386-704A-8C5D-C4C1-7078CCD90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9A20A-FF62-C595-93B3-267BF51E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258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76A38-A8C2-96C3-2D09-6C165E6B6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7329-9A68-77D2-4A48-C9B5A56987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12598-1E7B-D46E-F1D0-C3317BA0DE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2E39AA-8951-6BBC-BC86-2B795F88C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28E68-BE19-2CA7-E61B-62154169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5AF4B-8B3A-E5EC-8C71-463A2C1C3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056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48270-95CC-17B2-9E2E-62632AE0B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24611-B460-6D34-602C-4221FDEB0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DF023-5376-8095-CF78-19E47BC2C8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B3B22-54C7-E48E-49CE-ADE6F9E04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E69C6-C238-04BA-5EE3-9B472EE550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84AD07-B376-4991-2B93-7C297F322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81F18D-9E77-B9AE-9ADC-4E450FBED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506E82-76F3-B087-6F75-5D5E1254F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94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4757C-7E33-92E1-8039-4E7FA1733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FCBD5C-4402-A557-7874-581004374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2A09D2-0726-A581-E271-7A3B12FC7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6D0EF3-9EE4-70E1-ECFB-E44D3D117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33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7C0C8C-34BF-1550-494F-52091F20D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6ADD05-CFDE-E76F-9F7E-4D232A89B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DA6CA-2F0D-8705-EA2E-74C89FD89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935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47841-5132-DD44-516A-2B61575EB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4E1E-C72E-C87A-481B-F14FDBDD5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3AE56-D013-77C4-B0C9-0D6CC38F5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66550E-B8DE-DD56-6B42-B712774B8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50DAFA-9C0B-60C7-6A8A-C62D1322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DD7902-EE80-700F-994B-93C076C3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53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1606-94D5-122C-51A6-4A97AC95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78CD61-8E81-EA0E-F64F-B1C40F1E78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0E0B6-2B33-738E-4056-E87DF30A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E5814C-4FE5-D64E-185F-9924322C7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E32C6-5BBF-2F17-6EBA-74985D3DE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317016-2AD0-BE6C-601D-C6708CD23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741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E5B26-8C51-E41F-FB92-F4D97D239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92041-D0DB-04C8-17AC-29C4DD0DB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1938B-6C8B-7F73-F48A-4024ACFCA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6766-39FF-819F-E97D-3A1DD155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69F33-EE15-76E4-CAFD-23A5041F6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44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523E9E-C459-CF18-0C3D-3710C77134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70C6A8-BB94-D2EF-5321-6EC53E1D7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A116C-E324-DCF7-2A36-14688A167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9DA7A-1916-BB2E-609F-9DABF3CC6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6F394-E368-88BE-DD36-D94A8FA46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36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2CF0C1-4952-FB55-547C-6BAD74C0B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4BF88-47F4-7225-5766-7AAEA4C65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6657E0-5913-BFA6-1F8A-221B3833E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017AE6-BB44-43EC-A7A9-B4B79CC7F5BB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A9924-ABAB-0289-D398-9BD7037FBE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0EECF-FB5E-950F-C0A9-AB21C6C43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5504E-0CE5-4727-AA73-EB6D2F187A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216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Derek Weeks</dc:creator>
  <cp:lastModifiedBy>Derek Weeks</cp:lastModifiedBy>
  <cp:revision>1</cp:revision>
  <dcterms:created xsi:type="dcterms:W3CDTF">2026-07-18T03:23:00Z</dcterms:created>
  <dcterms:modified xsi:type="dcterms:W3CDTF">2026-07-18T03:24:28Z</dcterms:modified>
</cp:coreProperties>
</file>