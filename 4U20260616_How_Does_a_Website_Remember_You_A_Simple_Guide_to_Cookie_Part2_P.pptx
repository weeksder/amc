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 bookmarkIdSeed="3">
  <p:sldMasterIdLst>
    <p:sldMasterId id="2147483648" r:id="rId1"/>
  </p:sldMasterIdLst>
  <p:notesMasterIdLst>
    <p:notesMasterId r:id="rId20"/>
  </p:notesMasterIdLst>
  <p:sldIdLst>
    <p:sldId id="256" r:id="rId2"/>
    <p:sldId id="406" r:id="rId3"/>
    <p:sldId id="272" r:id="rId4"/>
    <p:sldId id="380" r:id="rId5"/>
    <p:sldId id="435" r:id="rId6"/>
    <p:sldId id="436" r:id="rId7"/>
    <p:sldId id="437" r:id="rId8"/>
    <p:sldId id="397" r:id="rId9"/>
    <p:sldId id="434" r:id="rId10"/>
    <p:sldId id="428" r:id="rId11"/>
    <p:sldId id="383" r:id="rId12"/>
    <p:sldId id="423" r:id="rId13"/>
    <p:sldId id="427" r:id="rId14"/>
    <p:sldId id="433" r:id="rId15"/>
    <p:sldId id="438" r:id="rId16"/>
    <p:sldId id="431" r:id="rId17"/>
    <p:sldId id="432" r:id="rId18"/>
    <p:sldId id="413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ivSVundzlCV/2KnfKloG+uk0hebA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5FD29B0-39BA-A6D0-781C-14FC707C76B7}" name="Yi-Ju Tsai" initials="YJT" userId="9bb325e079a00cc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FFFFCC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83" autoAdjust="0"/>
    <p:restoredTop sz="84951" autoAdjust="0"/>
  </p:normalViewPr>
  <p:slideViewPr>
    <p:cSldViewPr snapToGrid="0">
      <p:cViewPr varScale="1">
        <p:scale>
          <a:sx n="146" d="100"/>
          <a:sy n="146" d="100"/>
        </p:scale>
        <p:origin x="582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3704434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64941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69612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da4cc9a211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" name="Google Shape;106;gda4cc9a211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8926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da4cc9a211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" name="Google Shape;106;gda4cc9a211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8926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4572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51990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125713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513327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343745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323139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da16506933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1" name="Google Shape;151;gda1650693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51917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da16506933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1" name="Google Shape;151;gda1650693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964451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da16506933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1" name="Google Shape;151;gda1650693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622897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da16506933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1" name="Google Shape;151;gda1650693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890072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da16506933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1" name="Google Shape;151;gda1650693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591167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da16506933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1" name="Google Shape;151;gda1650693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674511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da16506933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1" name="Google Shape;151;gda1650693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08151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1" name="Google Shape;18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66823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文字方塊 1"/>
          <p:cNvSpPr txBox="1"/>
          <p:nvPr userDrawn="1"/>
        </p:nvSpPr>
        <p:spPr>
          <a:xfrm rot="20280000">
            <a:off x="-3024000" y="532800"/>
            <a:ext cx="10198626" cy="5232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800" b="1" smtClean="0">
                <a:solidFill>
                  <a:srgbClr val="FFFFFF"/>
                </a:solidFill>
                <a:latin typeface="Calibri" panose="020F0502020204030204" pitchFamily="34" charset="0"/>
              </a:rPr>
              <a:t>All Rights Reserved. ©2026 AMC. All Rights Reserved. ©2026 AMC.</a:t>
            </a:r>
            <a:endParaRPr 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" name="文字方塊 2"/>
          <p:cNvSpPr txBox="1"/>
          <p:nvPr userDrawn="1"/>
        </p:nvSpPr>
        <p:spPr>
          <a:xfrm rot="20280000">
            <a:off x="-1155600" y="1591200"/>
            <a:ext cx="10198626" cy="5232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800" b="1" smtClean="0">
                <a:solidFill>
                  <a:srgbClr val="FFFFFF"/>
                </a:solidFill>
                <a:latin typeface="Calibri" panose="020F0502020204030204" pitchFamily="34" charset="0"/>
              </a:rPr>
              <a:t>All Rights Reserved. ©2026 AMC. All Rights Reserved. ©2026 AMC.</a:t>
            </a:r>
            <a:endParaRPr 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" name="文字方塊 3"/>
          <p:cNvSpPr txBox="1"/>
          <p:nvPr userDrawn="1"/>
        </p:nvSpPr>
        <p:spPr>
          <a:xfrm rot="20280000">
            <a:off x="-446400" y="3193200"/>
            <a:ext cx="10198626" cy="5232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800" b="1" smtClean="0">
                <a:solidFill>
                  <a:srgbClr val="FFFFFF"/>
                </a:solidFill>
                <a:latin typeface="Calibri" panose="020F0502020204030204" pitchFamily="34" charset="0"/>
              </a:rPr>
              <a:t>All Rights Reserved. ©2026 AMC. All Rights Reserved. ©2026 AMC.</a:t>
            </a:r>
            <a:endParaRPr 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" name="文字方塊 4"/>
          <p:cNvSpPr txBox="1"/>
          <p:nvPr userDrawn="1"/>
        </p:nvSpPr>
        <p:spPr>
          <a:xfrm rot="20280000">
            <a:off x="2095200" y="4089600"/>
            <a:ext cx="10198626" cy="5232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800" b="1" smtClean="0">
                <a:solidFill>
                  <a:srgbClr val="FFFFFF"/>
                </a:solidFill>
                <a:latin typeface="Calibri" panose="020F0502020204030204" pitchFamily="34" charset="0"/>
              </a:rPr>
              <a:t>All Rights Reserved. ©2026 AMC. All Rights Reserved. ©2026 AMC.</a:t>
            </a:r>
            <a:endParaRPr 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文字方塊 1"/>
          <p:cNvSpPr txBox="1"/>
          <p:nvPr userDrawn="1"/>
        </p:nvSpPr>
        <p:spPr>
          <a:xfrm rot="20280000">
            <a:off x="-3024000" y="532800"/>
            <a:ext cx="10198626" cy="5232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800" b="1" smtClean="0">
                <a:solidFill>
                  <a:srgbClr val="FFFFFF"/>
                </a:solidFill>
                <a:latin typeface="Calibri" panose="020F0502020204030204" pitchFamily="34" charset="0"/>
              </a:rPr>
              <a:t>All Rights Reserved. ©2026 AMC. All Rights Reserved. ©2026 AMC.</a:t>
            </a:r>
            <a:endParaRPr 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" name="文字方塊 2"/>
          <p:cNvSpPr txBox="1"/>
          <p:nvPr userDrawn="1"/>
        </p:nvSpPr>
        <p:spPr>
          <a:xfrm rot="20280000">
            <a:off x="-1155600" y="1591200"/>
            <a:ext cx="10198626" cy="5232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800" b="1" smtClean="0">
                <a:solidFill>
                  <a:srgbClr val="FFFFFF"/>
                </a:solidFill>
                <a:latin typeface="Calibri" panose="020F0502020204030204" pitchFamily="34" charset="0"/>
              </a:rPr>
              <a:t>All Rights Reserved. ©2026 AMC. All Rights Reserved. ©2026 AMC.</a:t>
            </a:r>
            <a:endParaRPr 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" name="文字方塊 3"/>
          <p:cNvSpPr txBox="1"/>
          <p:nvPr userDrawn="1"/>
        </p:nvSpPr>
        <p:spPr>
          <a:xfrm rot="20280000">
            <a:off x="-446400" y="3193200"/>
            <a:ext cx="10198626" cy="5232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800" b="1" smtClean="0">
                <a:solidFill>
                  <a:srgbClr val="FFFFFF"/>
                </a:solidFill>
                <a:latin typeface="Calibri" panose="020F0502020204030204" pitchFamily="34" charset="0"/>
              </a:rPr>
              <a:t>All Rights Reserved. ©2026 AMC. All Rights Reserved. ©2026 AMC.</a:t>
            </a:r>
            <a:endParaRPr 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" name="文字方塊 4"/>
          <p:cNvSpPr txBox="1"/>
          <p:nvPr userDrawn="1"/>
        </p:nvSpPr>
        <p:spPr>
          <a:xfrm rot="20280000">
            <a:off x="2095200" y="4089600"/>
            <a:ext cx="10198626" cy="5232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800" b="1" smtClean="0">
                <a:solidFill>
                  <a:srgbClr val="FFFFFF"/>
                </a:solidFill>
                <a:latin typeface="Calibri" panose="020F0502020204030204" pitchFamily="34" charset="0"/>
              </a:rPr>
              <a:t>All Rights Reserved. ©2026 AMC. All Rights Reserved. ©2026 AMC.</a:t>
            </a:r>
            <a:endParaRPr 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文字方塊 1"/>
          <p:cNvSpPr txBox="1"/>
          <p:nvPr userDrawn="1"/>
        </p:nvSpPr>
        <p:spPr>
          <a:xfrm rot="20280000">
            <a:off x="-3024000" y="532800"/>
            <a:ext cx="10198626" cy="5232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800" b="1" smtClean="0">
                <a:solidFill>
                  <a:srgbClr val="FFFFFF"/>
                </a:solidFill>
                <a:latin typeface="Calibri" panose="020F0502020204030204" pitchFamily="34" charset="0"/>
              </a:rPr>
              <a:t>All Rights Reserved. ©2026 AMC. All Rights Reserved. ©2026 AMC.</a:t>
            </a:r>
            <a:endParaRPr 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" name="文字方塊 2"/>
          <p:cNvSpPr txBox="1"/>
          <p:nvPr userDrawn="1"/>
        </p:nvSpPr>
        <p:spPr>
          <a:xfrm rot="20280000">
            <a:off x="-1155600" y="1591200"/>
            <a:ext cx="10198626" cy="5232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800" b="1" smtClean="0">
                <a:solidFill>
                  <a:srgbClr val="FFFFFF"/>
                </a:solidFill>
                <a:latin typeface="Calibri" panose="020F0502020204030204" pitchFamily="34" charset="0"/>
              </a:rPr>
              <a:t>All Rights Reserved. ©2026 AMC. All Rights Reserved. ©2026 AMC.</a:t>
            </a:r>
            <a:endParaRPr 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" name="文字方塊 3"/>
          <p:cNvSpPr txBox="1"/>
          <p:nvPr userDrawn="1"/>
        </p:nvSpPr>
        <p:spPr>
          <a:xfrm rot="20280000">
            <a:off x="-446400" y="3193200"/>
            <a:ext cx="10198626" cy="5232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800" b="1" smtClean="0">
                <a:solidFill>
                  <a:srgbClr val="FFFFFF"/>
                </a:solidFill>
                <a:latin typeface="Calibri" panose="020F0502020204030204" pitchFamily="34" charset="0"/>
              </a:rPr>
              <a:t>All Rights Reserved. ©2026 AMC. All Rights Reserved. ©2026 AMC.</a:t>
            </a:r>
            <a:endParaRPr 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" name="文字方塊 4"/>
          <p:cNvSpPr txBox="1"/>
          <p:nvPr userDrawn="1"/>
        </p:nvSpPr>
        <p:spPr>
          <a:xfrm rot="20280000">
            <a:off x="2095200" y="4089600"/>
            <a:ext cx="10198626" cy="5232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800" b="1" smtClean="0">
                <a:solidFill>
                  <a:srgbClr val="FFFFFF"/>
                </a:solidFill>
                <a:latin typeface="Calibri" panose="020F0502020204030204" pitchFamily="34" charset="0"/>
              </a:rPr>
              <a:t>All Rights Reserved. ©2026 AMC. All Rights Reserved. ©2026 AMC.</a:t>
            </a:r>
            <a:endParaRPr 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2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文字方塊 1"/>
          <p:cNvSpPr txBox="1"/>
          <p:nvPr userDrawn="1"/>
        </p:nvSpPr>
        <p:spPr>
          <a:xfrm rot="20280000">
            <a:off x="-3024000" y="532800"/>
            <a:ext cx="10198626" cy="5232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800" b="1" smtClean="0">
                <a:solidFill>
                  <a:srgbClr val="FFFFFF"/>
                </a:solidFill>
                <a:latin typeface="Calibri" panose="020F0502020204030204" pitchFamily="34" charset="0"/>
              </a:rPr>
              <a:t>All Rights Reserved. ©2026 AMC. All Rights Reserved. ©2026 AMC.</a:t>
            </a:r>
            <a:endParaRPr 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" name="文字方塊 2"/>
          <p:cNvSpPr txBox="1"/>
          <p:nvPr userDrawn="1"/>
        </p:nvSpPr>
        <p:spPr>
          <a:xfrm rot="20280000">
            <a:off x="-1155600" y="1591200"/>
            <a:ext cx="10198626" cy="5232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800" b="1" smtClean="0">
                <a:solidFill>
                  <a:srgbClr val="FFFFFF"/>
                </a:solidFill>
                <a:latin typeface="Calibri" panose="020F0502020204030204" pitchFamily="34" charset="0"/>
              </a:rPr>
              <a:t>All Rights Reserved. ©2026 AMC. All Rights Reserved. ©2026 AMC.</a:t>
            </a:r>
            <a:endParaRPr 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" name="文字方塊 3"/>
          <p:cNvSpPr txBox="1"/>
          <p:nvPr userDrawn="1"/>
        </p:nvSpPr>
        <p:spPr>
          <a:xfrm rot="20280000">
            <a:off x="-446400" y="3193200"/>
            <a:ext cx="10198626" cy="5232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800" b="1" smtClean="0">
                <a:solidFill>
                  <a:srgbClr val="FFFFFF"/>
                </a:solidFill>
                <a:latin typeface="Calibri" panose="020F0502020204030204" pitchFamily="34" charset="0"/>
              </a:rPr>
              <a:t>All Rights Reserved. ©2026 AMC. All Rights Reserved. ©2026 AMC.</a:t>
            </a:r>
            <a:endParaRPr 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" name="文字方塊 4"/>
          <p:cNvSpPr txBox="1"/>
          <p:nvPr userDrawn="1"/>
        </p:nvSpPr>
        <p:spPr>
          <a:xfrm rot="20280000">
            <a:off x="2095200" y="4089600"/>
            <a:ext cx="10198626" cy="5232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800" b="1" smtClean="0">
                <a:solidFill>
                  <a:srgbClr val="FFFFFF"/>
                </a:solidFill>
                <a:latin typeface="Calibri" panose="020F0502020204030204" pitchFamily="34" charset="0"/>
              </a:rPr>
              <a:t>All Rights Reserved. ©2026 AMC. All Rights Reserved. ©2026 AMC.</a:t>
            </a:r>
            <a:endParaRPr 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文字方塊 1"/>
          <p:cNvSpPr txBox="1"/>
          <p:nvPr userDrawn="1"/>
        </p:nvSpPr>
        <p:spPr>
          <a:xfrm rot="20280000">
            <a:off x="-3024000" y="532800"/>
            <a:ext cx="10198626" cy="5232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800" b="1" smtClean="0">
                <a:solidFill>
                  <a:srgbClr val="FFFFFF"/>
                </a:solidFill>
                <a:latin typeface="Calibri" panose="020F0502020204030204" pitchFamily="34" charset="0"/>
              </a:rPr>
              <a:t>All Rights Reserved. ©2026 AMC. All Rights Reserved. ©2026 AMC.</a:t>
            </a:r>
            <a:endParaRPr 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" name="文字方塊 2"/>
          <p:cNvSpPr txBox="1"/>
          <p:nvPr userDrawn="1"/>
        </p:nvSpPr>
        <p:spPr>
          <a:xfrm rot="20280000">
            <a:off x="-1155600" y="1591200"/>
            <a:ext cx="10198626" cy="5232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800" b="1" smtClean="0">
                <a:solidFill>
                  <a:srgbClr val="FFFFFF"/>
                </a:solidFill>
                <a:latin typeface="Calibri" panose="020F0502020204030204" pitchFamily="34" charset="0"/>
              </a:rPr>
              <a:t>All Rights Reserved. ©2026 AMC. All Rights Reserved. ©2026 AMC.</a:t>
            </a:r>
            <a:endParaRPr 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" name="文字方塊 3"/>
          <p:cNvSpPr txBox="1"/>
          <p:nvPr userDrawn="1"/>
        </p:nvSpPr>
        <p:spPr>
          <a:xfrm rot="20280000">
            <a:off x="-446400" y="3193200"/>
            <a:ext cx="10198626" cy="5232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800" b="1" smtClean="0">
                <a:solidFill>
                  <a:srgbClr val="FFFFFF"/>
                </a:solidFill>
                <a:latin typeface="Calibri" panose="020F0502020204030204" pitchFamily="34" charset="0"/>
              </a:rPr>
              <a:t>All Rights Reserved. ©2026 AMC. All Rights Reserved. ©2026 AMC.</a:t>
            </a:r>
            <a:endParaRPr 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" name="文字方塊 4"/>
          <p:cNvSpPr txBox="1"/>
          <p:nvPr userDrawn="1"/>
        </p:nvSpPr>
        <p:spPr>
          <a:xfrm rot="20280000">
            <a:off x="2095200" y="4089600"/>
            <a:ext cx="10198626" cy="5232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800" b="1" smtClean="0">
                <a:solidFill>
                  <a:srgbClr val="FFFFFF"/>
                </a:solidFill>
                <a:latin typeface="Calibri" panose="020F0502020204030204" pitchFamily="34" charset="0"/>
              </a:rPr>
              <a:t>All Rights Reserved. ©2026 AMC. All Rights Reserved. ©2026 AMC.</a:t>
            </a:r>
            <a:endParaRPr 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>
            <a:spLocks noGrp="1"/>
          </p:cNvSpPr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文字方塊 1"/>
          <p:cNvSpPr txBox="1"/>
          <p:nvPr userDrawn="1"/>
        </p:nvSpPr>
        <p:spPr>
          <a:xfrm rot="20280000">
            <a:off x="-3024000" y="532800"/>
            <a:ext cx="10198626" cy="5232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800" b="1" smtClean="0">
                <a:solidFill>
                  <a:srgbClr val="FFFFFF"/>
                </a:solidFill>
                <a:latin typeface="Calibri" panose="020F0502020204030204" pitchFamily="34" charset="0"/>
              </a:rPr>
              <a:t>All Rights Reserved. ©2026 AMC. All Rights Reserved. ©2026 AMC.</a:t>
            </a:r>
            <a:endParaRPr 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" name="文字方塊 2"/>
          <p:cNvSpPr txBox="1"/>
          <p:nvPr userDrawn="1"/>
        </p:nvSpPr>
        <p:spPr>
          <a:xfrm rot="20280000">
            <a:off x="-1155600" y="1591200"/>
            <a:ext cx="10198626" cy="5232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800" b="1" smtClean="0">
                <a:solidFill>
                  <a:srgbClr val="FFFFFF"/>
                </a:solidFill>
                <a:latin typeface="Calibri" panose="020F0502020204030204" pitchFamily="34" charset="0"/>
              </a:rPr>
              <a:t>All Rights Reserved. ©2026 AMC. All Rights Reserved. ©2026 AMC.</a:t>
            </a:r>
            <a:endParaRPr 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" name="文字方塊 3"/>
          <p:cNvSpPr txBox="1"/>
          <p:nvPr userDrawn="1"/>
        </p:nvSpPr>
        <p:spPr>
          <a:xfrm rot="20280000">
            <a:off x="-446400" y="3193200"/>
            <a:ext cx="10198626" cy="5232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800" b="1" smtClean="0">
                <a:solidFill>
                  <a:srgbClr val="FFFFFF"/>
                </a:solidFill>
                <a:latin typeface="Calibri" panose="020F0502020204030204" pitchFamily="34" charset="0"/>
              </a:rPr>
              <a:t>All Rights Reserved. ©2026 AMC. All Rights Reserved. ©2026 AMC.</a:t>
            </a:r>
            <a:endParaRPr 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" name="文字方塊 4"/>
          <p:cNvSpPr txBox="1"/>
          <p:nvPr userDrawn="1"/>
        </p:nvSpPr>
        <p:spPr>
          <a:xfrm rot="20280000">
            <a:off x="2095200" y="4089600"/>
            <a:ext cx="10198626" cy="5232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800" b="1" smtClean="0">
                <a:solidFill>
                  <a:srgbClr val="FFFFFF"/>
                </a:solidFill>
                <a:latin typeface="Calibri" panose="020F0502020204030204" pitchFamily="34" charset="0"/>
              </a:rPr>
              <a:t>All Rights Reserved. ©2026 AMC. All Rights Reserved. ©2026 AMC.</a:t>
            </a:r>
            <a:endParaRPr 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6" r:id="rId3"/>
    <p:sldLayoutId id="2147483657" r:id="rId4"/>
    <p:sldLayoutId id="2147483658" r:id="rId5"/>
    <p:sldLayoutId id="2147483659" r:id="rId6"/>
  </p:sldLayoutIdLst>
  <p:timing>
    <p:tnLst>
      <p:par>
        <p:cTn id="1" dur="indefinite" restart="never" nodeType="tmRoot"/>
      </p:par>
    </p:tnLst>
  </p:timing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480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064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646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671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270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871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90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57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79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165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171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274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517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124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09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051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915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8360</TotalTime>
  <Words>0</Words>
  <Application>Microsoft Office PowerPoint</Application>
  <PresentationFormat>如螢幕大小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A_.._總管理處總經理_楊淑婷.</dc:creator>
  <cp:lastModifiedBy>教務部_張楷岳</cp:lastModifiedBy>
  <cp:revision>1019</cp:revision>
  <dcterms:created xsi:type="dcterms:W3CDTF">2021-05-08T06:41:01Z</dcterms:created>
  <dcterms:modified xsi:type="dcterms:W3CDTF">2026-05-26T10:46:13Z</dcterms:modified>
</cp:coreProperties>
</file>